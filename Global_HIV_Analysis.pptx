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7F4B4-78AA-40C9-A5A5-C8DD7C0B3656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37284-DF5B-4BBF-A9BA-388007509D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044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37284-DF5B-4BBF-A9BA-388007509D05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2293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37284-DF5B-4BBF-A9BA-388007509D05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700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67EF2-8485-51E2-4283-FE669AA41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BD396-C242-3544-D879-4501D6000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4237A-7B00-D29E-8199-796B6348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6A749-A151-48CF-25C2-1CA1F37E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E804-B683-5BF9-A092-927F1F85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091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79D7-28EA-3ECA-6FEB-8977768C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6B5E6-4FFF-BCC7-4EA2-BF72A7BBD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A48D4-A4D4-85A1-FA9C-1A9820C5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435D0-0357-EABE-DDEE-F36900D8E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4A054-B773-89C9-042B-4AEF9255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592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C48E-2C9D-176D-23D9-A6B205A3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3AEE5-CA58-4758-3266-50C205906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9F46A-6400-3A6D-4588-83AD4C966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8610F-5901-9E67-6620-90C21492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53D64-7885-E3F7-CDA8-D3391F3B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241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DEC7-C6E1-14E7-E6DC-83EDD8F0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79380-3C7F-6B5B-D120-7F3EA6414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9C645-52DD-C28E-2D7B-83CA5779F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93978-9786-E3F2-9A06-28E9306A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F1221-BB1C-BCE6-E0BE-0610BF57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CD30-004D-9A2D-AE3E-09C0B1B7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46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28A8-3BC9-D631-EE5B-61715AAE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7C486-BD16-6A05-E32E-BD947499B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2446A-1C9D-AA80-69CE-37AC88D97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FB630-2FEB-031C-12C3-1B8380146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BFBAD-E913-0CBC-F3A8-BAD6E3B89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3FECF-9681-B70E-9336-808A2614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C12AF4-ECBD-C23A-E8A0-83104C48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A6C81-5E8C-ED4D-C422-5C0DB63B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57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6E55-10A7-6DBF-B443-63040BCD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F19F3-99F0-A35D-823D-718E3729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D4456-0890-82A2-3879-77C072DA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3711D-6162-8DAD-18BC-88BB5409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966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1036D-C6B9-A9CB-2553-FABCB776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2A5A0-6EB9-BD10-1BA8-437EA95E0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4107B-1B13-822D-1D32-C8EBACB1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865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BE6C-BB02-6BA2-B2C3-6DC83F97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EC048-8CDF-8A91-A9D6-4122B0BBF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66113-F547-803A-E3C1-0CB024526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D4161-A977-5DB7-FD57-E862D0DD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90105-078A-D19B-B5EE-D6FEFBB9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0314F-5662-A0E3-9BF2-7369E6FE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07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633A-B24A-8390-32BE-E50EDA56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86CDA-9553-8757-53F7-3F2E6AC8B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955C4-3896-BF5F-DA4B-4B55D2E94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C5CE3-823D-62C6-A2A4-25AECBF0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42480-C29D-A907-BB83-427E743D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24D14-B946-EEB5-1BC6-3B348553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031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86E6-9566-E991-1DB0-67816695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8B2F2-03F2-77C7-E469-E946710CF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A8716-5B69-42FA-6780-23ADFD1C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B9222-57A6-1828-AF21-01F3ADC8F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60B1C-46D6-1D9D-65D4-DE05FD6F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821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6AAF67-90B1-CA72-49EA-C39E70997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D8580-E8C7-1710-895B-87786FF42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C4820-B7F7-15FE-F5CA-0414DD6B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DE2A3-7367-59D2-E7FC-2B5B0D96B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9A684-1D49-07DD-57EF-614610DD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787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694CA-9A2A-86EE-F761-5A9E4F3B0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A24E2-5E5E-64CB-1655-E33DEA806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F4D88-5B49-7CE9-94E7-791F26D68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43F3F-3EB3-4236-895D-A246748734BB}" type="datetimeFigureOut">
              <a:rPr lang="en-CA" smtClean="0"/>
              <a:t>2026-07-16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9A20F-FD01-B79C-96B7-57B52763F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0C9E5-169E-AC0E-34F2-D438E5D52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DC89F-1DF0-4A83-9078-E9ADB747A2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940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553B86A-3688-4590-934F-8CD074A9B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F036222-7F97-43EF-AF1A-2B06BAC90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EC638B7-C55E-4E8E-ABDC-CBD417F0D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7159AC2-C98F-4C93-B774-B19EE1BEB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95600" y="990600"/>
            <a:ext cx="92964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9F6DF-879E-85DF-E4B6-11F7C9149262}"/>
              </a:ext>
            </a:extLst>
          </p:cNvPr>
          <p:cNvSpPr txBox="1"/>
          <p:nvPr/>
        </p:nvSpPr>
        <p:spPr>
          <a:xfrm>
            <a:off x="7467600" y="1676401"/>
            <a:ext cx="4267200" cy="1823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alpha val="55000"/>
                  </a:schemeClr>
                </a:solidFill>
              </a:rPr>
              <a:t>Global HIV Trends &amp; Treatment Effectiveness Analysis</a:t>
            </a:r>
            <a:br>
              <a:rPr lang="en-US" sz="2400" dirty="0">
                <a:solidFill>
                  <a:schemeClr val="tx1">
                    <a:alpha val="5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Power BI Dashboard</a:t>
            </a:r>
            <a:br>
              <a:rPr lang="en-US" sz="2400" dirty="0">
                <a:solidFill>
                  <a:schemeClr val="tx1">
                    <a:alpha val="5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By: Aderonke</a:t>
            </a:r>
          </a:p>
        </p:txBody>
      </p:sp>
    </p:spTree>
    <p:extLst>
      <p:ext uri="{BB962C8B-B14F-4D97-AF65-F5344CB8AC3E}">
        <p14:creationId xmlns:p14="http://schemas.microsoft.com/office/powerpoint/2010/main" val="395311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53B86A-3688-4590-934F-8CD074A9B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F036222-7F97-43EF-AF1A-2B06BAC90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EC638B7-C55E-4E8E-ABDC-CBD417F0D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7159AC2-C98F-4C93-B774-B19EE1BEB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95600" y="990600"/>
            <a:ext cx="92964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BC736-7B4D-EBF0-CB7E-9D437E497972}"/>
              </a:ext>
            </a:extLst>
          </p:cNvPr>
          <p:cNvSpPr txBox="1"/>
          <p:nvPr/>
        </p:nvSpPr>
        <p:spPr>
          <a:xfrm>
            <a:off x="3581400" y="1676400"/>
            <a:ext cx="3788300" cy="3505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418C7-BDF7-E468-4D86-7AB2FDDFBCAA}"/>
              </a:ext>
            </a:extLst>
          </p:cNvPr>
          <p:cNvSpPr txBox="1"/>
          <p:nvPr/>
        </p:nvSpPr>
        <p:spPr>
          <a:xfrm>
            <a:off x="7467600" y="1676401"/>
            <a:ext cx="4267200" cy="1823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This project analyzes global HIV trends, treatment coverage (ART), and mortality using Power BI to provide insights for public health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5250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33B29-44A0-A057-4F84-76023BBC1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1114"/>
            <a:ext cx="12192000" cy="518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2C22B4-3065-E08C-22D5-8EA27FF85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0064"/>
            <a:ext cx="12192000" cy="518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2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86ADE-0423-EFF0-7588-7F2EF71A8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3370"/>
            <a:ext cx="12192000" cy="51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1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63276-E042-99D1-D483-2AF9D9E42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7" y="1679035"/>
            <a:ext cx="12192000" cy="51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40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46F20-921F-0E3C-537F-EEA0B3943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6158"/>
            <a:ext cx="12192000" cy="519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10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44</Words>
  <Application>Microsoft Office PowerPoint</Application>
  <PresentationFormat>Widescreen</PresentationFormat>
  <Paragraphs>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Eunice O Ojo</dc:creator>
  <cp:lastModifiedBy>Eunice O Ojo</cp:lastModifiedBy>
  <cp:revision>2</cp:revision>
  <dcterms:created xsi:type="dcterms:W3CDTF">2026-07-03T06:00:36Z</dcterms:created>
  <dcterms:modified xsi:type="dcterms:W3CDTF">2026-07-16T23:45:58Z</dcterms:modified>
</cp:coreProperties>
</file>